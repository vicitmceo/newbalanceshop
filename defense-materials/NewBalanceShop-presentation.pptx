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a2ebd831-3fcd-0bb9-beab-d4c4ea119ef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Додатки (запасні слайди)" id="{2e549367-e551-fa6d-5cd6-75699c40c7b0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вимог: 12 реалізовано повністю, FR-03 (фільтр за брендом і ціною) частково. Нефункціональні вимоги: продуктивність, масштабованість, безпека, надійність, зручність. План по спринтах є у файлі SRS 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червоно-чорна палітра, один шрифт. Орієнтир інтерфейсу: newbalance.com. Офіційні фото бренду не використовуємо, замість них типографські плитки. Персони, Empathy Map і CJM складено командою на основі сценарію використання, без опитування реальних користувачів.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база PostgreSQL на Render. Вхід через Google (Firebase) і GitHub OAuth. Фронтенд з бекендом спілкується по HTTPS із cookie.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репозиторії, Web API збирає все через DI. Відоме відхилення: Firebase SDK лежить в Application, план винести за інтерфейс.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П'ять таблиць, індекси на зовнішніх ключах, ціна позиції фіксується на момент замовлення. Що покращити: унікальний Email, м'яке видалення.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способи входу: пароль, Google, GitHub. Паролі зберігаються як PBKDF2 із сіллю, 100 000 ітерацій. Адмін-ендпоінти повертають 401 або 403. Чесно про ризики: ID покупця в замовленнях береться з параметра, CRUD товарів без перевірки ролі, широкий CORS. Є план закриття.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145 тестів: 102 unit і 43 integration, усі проходять. Тести знайшли три реальні баги: Forbid давав 500, Secure-cookie ламала сесію, конфлікт двох провайдерів БД. Логування: вбудований ILogger.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Покриття коду 86,7%. 12 із 13 вимог SRS, 29 ендпоінтів, 30 комітів, три тижні активної розробки. Усі цифри виміряні з репозиторіїв і прогону тестів.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спринтів за графіком курсу, беклог і канбан-стан на дату захисту. Jira-дошка команди: SCRUM board. Внесок учасників і гілки показані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Коміти за днями, гілки,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README, SRS, архітектура, Scalar-документація API, Swagger. DocFX у плані.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 і нефункціональн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2026-10-12T14:05:25Z</dcterms:created>
  <dcterms:modified xsi:type="dcterms:W3CDTF">2026-10-12T14:05:25Z</dcterms:modified>
</cp:coreProperties>
</file>