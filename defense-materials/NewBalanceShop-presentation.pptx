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bbfbffc3-593c-097b-7294-c6345427867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Додатки (запасні слайди)" id="{267287c3-39fc-c54b-32d3-72d4ea457d9f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Запитання" id="{32e45559-ee65-695b-86c2-02fcb5ccdfd5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Вадим. Команда Team 1, проєкт New Balance Shop. Двоє учасників: Вадим Панчук, Team Lead, вимоги, план, Scrum; Рафаїл Ноцколіні, full-stack: код, архітектура, безпека,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Вадим. Проблема: складно швидко знайти й купити потрібну пару. Рішення: каталог, кошик, замовлення без зайвої реєстрації. Аудиторія: покупці 16-40 років.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Вадим. 13 функціональних вимог, усі реалізовано. План: 8 спринтів по тижню, 5 тижнів розробки.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Вадим. Jira, 8 тижневих спринтів, 44 задачі, 33 виконано. Чесно: мій внесок у Git нульовий, моя роль планування, вимоги, Jira, документи. Статуси в Jira відстають від коду.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React на Vercel, ASP.NET Core 9 у Docker на Render, PostgreSQL на Render. Чотири шари, Domain без залежностей. Запити /api проксуються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Сайт у стилі newbalance.com, 70 товарів, фільтри в адресі, кошик, оформлення, кабінет, адмін-панель, мобільна версія, UA/EN/FR. Фото з newbalance.com,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Рафаїл. 295 тестів, покриття 93,4%, CI зелений, ZAP: 0 High. PBKDF2, захист від BOLA, ролі 401/403, заголовки CSP. Чесно: сесії в пам'яті, БД на Render до 18.11.2026.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посилання клікабельні: план, SRS, архітектура, Jira, коміти, README, DocFX, Scalar, фронтенд. Далі демо на живому сайті.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UI Kit: чорне, біле, червоний акцент, заголовки Cormorant Garamond, текст Mulish, круглі кнопки. Орієнтир: newbalance.com. Фото й назви товарів з newbalance.com, навчальний макет без афілійованості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React на Vercel, API на ASP.NET Core 9 у Docker на Render, PostgreSQL на Render. Запити /api ідуть на той самий домен сайту, а Vercel проксує їх на сервер: так сесійна кука належить сайту й браузер її не блокує. Вхід: пароль і Google (Firebase), GitHub-вхід прибрано.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Чотири проєкти: Domain без залежностей, Application залежить від Domain, Infrastructure реалізує репозиторії та перевірку Google-токена, Web API збирає все через DI. Раніше Firebase SDK лежав в Application, тепер він схований за інтерфейсом IGoogleTokenVerifier.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PostgreSQL: реляційні зв'язки замовлення, позиції, товар, потрібна транзакційність, безкоштовно на Render. У товару список розмірів і галерея, у позиції замовлення обраний розмір. Унікальний Email, покупця із замовленнями видалити не можна. Що покращити: залишок окремо по кожному розміру.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Два способи входу: пароль і Google. Паролі зберігаються як PBKDF2 із сіллю, 100 000 ітерацій. Закрито: BOLA (покупець береться із сесії), запис товарів лише для адміністратора, білий список CORS, rate limiting на вхід, унікальний email, пароль адміна прибрано з коду. Заголовки CSP, X-Frame-Options, nosniff, Permissions-Policy додано після звіту OWASP ZAP: було 0 High, 4 Medium, 4 Low. Відкрито чесно: сесії в пам'яті процесу, SRI, COOP/COEP.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295 тестів: 190 unit і 105 integration, усі проходять, покриття рядків 93,4%. Тести знайшли реальні баги: Forbid давав 500, Secure-cookie ламала сесію, конфлікт двох провайдерів БД. CI у GitHub Actions (обидва репозиторії) зелений. Логування: ILogger і глобальний ExceptionHandlingMiddleware.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13 із 13 вимог SRS, 34 ендпоїнти, 295 тестів із покриттям 93,4%, 114 комітів (бекенд 71 і фронтенд 43), 70 товарів, 8 тижневих спринтів. CI зелений, ZAP: 0 High. Цифри виміряно з репозиторіїв і прогону тестів 19.10.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Резервний слайд. 78 комітів за днями, гілки feature і fix з merge-комітами,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Резервний слайд. README за шаблоном викладача, SRS, архітектура, Scalar-документація API, Swagger, DocFX на GitHub Pages.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Живий сайт newbalance.cc.cd у стилі newbalance.com: чорна смуга, біла шапка, герой, плитки категорій, добірка. Каталог з фільтрами ліворуч: стать, категорія, тип, розмір, ціна, сортування; усе в адресі. 70 товарів, UA/EN/FR. Фото й назви з newbalance.com: навчальний макет, не афілійований з брендом.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Сценарій покупця: кошик із розмірами, оформлення без обов'язкової реєстрації, обране. Покупець береться із сесії на сервері, гість оформляє на службового Гостя. Оплати немає: це навчальний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Сценарій перший: реєстрація й вхід нового користувача. Одна сторінка з перемикачем, email і пароль від 8 символів, або Google. Куки працюють, бо запити йдуть через домен сайту.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Сценарій другий: адмін-панель модератора. Користувачі (блокування, видалення), товари (додати, змінити, видалити), замовлення (статуси). Захищено роллю: 401 без входу, 403 для звичайного покупця. Персональні дані на знімку приховано.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Мобільна версія 390 px: шапка переноситься, меню прокручується, картка товару з мініатюрами. Чесно: сітка каталогу у дві колонки на вузькому екрані має зсув правої колонки, у планах виправлення.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Запасний слайд. Для розробників: повний цикл від вимог до деплою, 295 тестів, CI.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кліків. Ваші питання?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" TargetMode="External"/><Relationship Id="rId3" Type="http://schemas.openxmlformats.org/officeDocument/2006/relationships/hyperlink" Target="https://newbalance.cc.cd" TargetMode="External"/><Relationship Id="rId1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#readme" TargetMode="Externa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/blob/master/defense-materials/02-srs-and-plan/weekly-plan.png" TargetMode="External"/><Relationship Id="rId3" Type="http://schemas.openxmlformats.org/officeDocument/2006/relationships/hyperlink" Target="https://github.com/vicitmceo/NewBalanceShop/blob/master/SRS.md" TargetMode="External"/><Relationship Id="rId1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newbalance-team1.atlassian.net/jira/software/projects/SCRUM/boards/1/backlog" TargetMode="External"/><Relationship Id="rId3" Type="http://schemas.openxmlformats.org/officeDocument/2006/relationships/hyperlink" Target="https://github.com/vicitmceo/NewBalanceShop/commits/master" TargetMode="External"/><Relationship Id="rId4" Type="http://schemas.openxmlformats.org/officeDocument/2006/relationships/hyperlink" Target="https://github.com/vicitmceo/NewBalanceShop/blob/master/defense-materials/02-srs-and-plan/weekly-plan.png" TargetMode="External"/><Relationship Id="rId1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/blob/master/docs/ARCHITECTURE.md" TargetMode="External"/><Relationship Id="rId3" Type="http://schemas.openxmlformats.org/officeDocument/2006/relationships/hyperlink" Target="https://vicitmceo.github.io/NewBalanceShop/code/" TargetMode="External"/><Relationship Id="rId4" Type="http://schemas.openxmlformats.org/officeDocument/2006/relationships/hyperlink" Target="https://vicitmceo.github.io/NewBalanceShop/api/" TargetMode="External"/><Relationship Id="rId5" Type="http://schemas.openxmlformats.org/officeDocument/2006/relationships/hyperlink" Target="https://github.com/vicitmceo/NewBalanceShop#readme" TargetMode="External"/><Relationship Id="rId1" Type="http://schemas.openxmlformats.org/officeDocument/2006/relationships/image" Target="../media/image-5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newbalance.cc.cd" TargetMode="External"/><Relationship Id="rId3" Type="http://schemas.openxmlformats.org/officeDocument/2006/relationships/hyperlink" Target="https://github.com/vicitmceo/newbalanceshop-frontend" TargetMode="Externa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icitmceo/NewBalanceShop/commits/master" TargetMode="External"/><Relationship Id="rId3" Type="http://schemas.openxmlformats.org/officeDocument/2006/relationships/hyperlink" Target="https://github.com/vicitmceo/NewBalanceShop#readme" TargetMode="External"/><Relationship Id="rId4" Type="http://schemas.openxmlformats.org/officeDocument/2006/relationships/hyperlink" Target="https://vicitmceo.github.io/NewBalanceShop/api/" TargetMode="External"/><Relationship Id="rId1" Type="http://schemas.openxmlformats.org/officeDocument/2006/relationships/image" Target="../media/image-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vicitmceo/NewBalanceShop/blob/master/defense-materials/02-srs-and-plan/weekly-plan.png" TargetMode="External"/><Relationship Id="rId2" Type="http://schemas.openxmlformats.org/officeDocument/2006/relationships/hyperlink" Target="https://github.com/vicitmceo/NewBalanceShop/blob/master/defense-materials/02-srs-and-plan/weekly-plan.png" TargetMode="External"/><Relationship Id="rId3" Type="http://schemas.openxmlformats.org/officeDocument/2006/relationships/hyperlink" Target="https://github.com/vicitmceo/NewBalanceShop/blob/master/SRS.md" TargetMode="External"/><Relationship Id="rId4" Type="http://schemas.openxmlformats.org/officeDocument/2006/relationships/hyperlink" Target="https://github.com/vicitmceo/NewBalanceShop/blob/master/SRS.md" TargetMode="External"/><Relationship Id="rId5" Type="http://schemas.openxmlformats.org/officeDocument/2006/relationships/hyperlink" Target="https://github.com/vicitmceo/NewBalanceShop/blob/master/docs/ARCHITECTURE.md" TargetMode="External"/><Relationship Id="rId6" Type="http://schemas.openxmlformats.org/officeDocument/2006/relationships/hyperlink" Target="https://github.com/vicitmceo/NewBalanceShop/blob/master/docs/ARCHITECTURE.md" TargetMode="External"/><Relationship Id="rId7" Type="http://schemas.openxmlformats.org/officeDocument/2006/relationships/hyperlink" Target="https://newbalance-team1.atlassian.net/jira/software/projects/SCRUM/boards/1/backlog" TargetMode="External"/><Relationship Id="rId8" Type="http://schemas.openxmlformats.org/officeDocument/2006/relationships/hyperlink" Target="https://newbalance-team1.atlassian.net/jira/software/projects/SCRUM/boards/1/backlog" TargetMode="External"/><Relationship Id="rId9" Type="http://schemas.openxmlformats.org/officeDocument/2006/relationships/hyperlink" Target="https://github.com/vicitmceo/NewBalanceShop/commits/master" TargetMode="External"/><Relationship Id="rId10" Type="http://schemas.openxmlformats.org/officeDocument/2006/relationships/hyperlink" Target="https://github.com/vicitmceo/NewBalanceShop/commits/master" TargetMode="External"/><Relationship Id="rId11" Type="http://schemas.openxmlformats.org/officeDocument/2006/relationships/hyperlink" Target="https://github.com/vicitmceo/NewBalanceShop#readme" TargetMode="External"/><Relationship Id="rId12" Type="http://schemas.openxmlformats.org/officeDocument/2006/relationships/hyperlink" Target="https://github.com/vicitmceo/NewBalanceShop#readme" TargetMode="External"/><Relationship Id="rId13" Type="http://schemas.openxmlformats.org/officeDocument/2006/relationships/hyperlink" Target="https://vicitmceo.github.io/NewBalanceShop/code/" TargetMode="External"/><Relationship Id="rId14" Type="http://schemas.openxmlformats.org/officeDocument/2006/relationships/hyperlink" Target="https://vicitmceo.github.io/NewBalanceShop/code/" TargetMode="External"/><Relationship Id="rId15" Type="http://schemas.openxmlformats.org/officeDocument/2006/relationships/hyperlink" Target="https://vicitmceo.github.io/NewBalanceShop/api/" TargetMode="External"/><Relationship Id="rId16" Type="http://schemas.openxmlformats.org/officeDocument/2006/relationships/hyperlink" Target="https://vicitmceo.github.io/NewBalanceShop/api/" TargetMode="External"/><Relationship Id="rId17" Type="http://schemas.openxmlformats.org/officeDocument/2006/relationships/hyperlink" Target="https://github.com/vicitmceo/newbalanceshop-frontend" TargetMode="External"/><Relationship Id="rId18" Type="http://schemas.openxmlformats.org/officeDocument/2006/relationships/hyperlink" Target="https://github.com/vicitmceo/newbalanceshop-frontend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hyperlink" Target="https://newbalance.cc.cd" TargetMode="External"/><Relationship Id="rId3" Type="http://schemas.openxmlformats.org/officeDocument/2006/relationships/hyperlink" Target="https://github.com/vicitmceo/NewBalanceShop" TargetMode="External"/><Relationship Id="rId1" Type="http://schemas.openxmlformats.org/officeDocument/2006/relationships/image" Target="../media/image-2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: Team 1, New Balance Shop, рол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Репозиторій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newbalance.cc.c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Сайт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моги SRS і план робі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 → 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План робіт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 → SR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Ji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newbalance-team1.atlassian.net → SCRUM 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Jira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Коміти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ithub.com/vicitmceo/NewBalanceShop → 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План робіт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: Clean Architecture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 → docs/ARCHITECTURE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Архітектура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vicitmceo.github.io/NewBalanceShop/cod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DocFX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Scalar (API)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Живий сайт: каталог, кошик, адмін, мобільна верс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newbalance.cc.c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Сайт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-fronte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Фронтенд (репо)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Безпека, тести, CI, метри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Коміти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Scalar (API)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Усі матеріали проєкту клікабельні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1325880"/>
            <a:ext cx="12191695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6420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vicitmceo/NewBalanceShop/blob/master/defense-materials/02-srs-and-plan/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План робіт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vicitmceo/NewBalanceShop/blob/master/defense-materials/02-srs-and-plan/weekly-plan.p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 → weekly-plan.png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66420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github.com/vicitmceo/NewBalanceShop/blob/master/SR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SRS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github.com/vicitmceo/NewBalanceShop/blob/master/SRS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 → SRS.md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55448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66420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https://github.com/vicitmceo/NewBalanceShop/blob/master/docs/ARCHITECTURE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Архітектура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https://github.com/vicitmceo/NewBalanceShop/blob/master/docs/ARCHITECTURE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 → docs/ARCHITECTURE.md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02920" y="310896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1868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https://newbalance-team1.atlassian.net/jira/software/projects/SCRUM/boards/1/backlo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Jira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https://newbalance-team1.atlassian.net/jira/software/projects/SCRUM/boards/1/backlo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newbalance-team1.atlassian.net → SCRUM board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297680" y="310896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321868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https://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Коміти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invalidUrl="" action="" tgtFrame="" tooltip="https://github.com/vicitmceo/NewBalanceShop/commits/mast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github.com/vicitmceo/NewBalanceShop/commits/master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092440" y="310896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321868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invalidUrl="" action="" tgtFrame="" tooltip="https://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README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invalidUrl="" action="" tgtFrame="" tooltip="https://github.com/vicitmceo/NewBalanceShop#readm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github.com/vicitmceo/NewBalanceShop#readme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02920" y="46634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77316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3" invalidUrl="" action="" tgtFrame="" tooltip="https://vicitmceo.github.io/NewBalanceShop/cod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DocFX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4" invalidUrl="" action="" tgtFrame="" tooltip="https://vicitmceo.github.io/NewBalanceShop/code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vicitmceo.github.io/NewBalanceShop/code/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297680" y="46634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477316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5" invalidUrl="" action="" tgtFrame="" tooltip="https://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Scalar (API)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6" invalidUrl="" action="" tgtFrame="" tooltip="https://vicitmceo.github.io/NewBalanceShop/api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vicitmceo.github.io/NewBalanceShop/api/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092440" y="4663440"/>
            <a:ext cx="3611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4773168"/>
            <a:ext cx="32461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7" invalidUrl="" action="" tgtFrame="" tooltip="https://github.com/vicitmceo/newbalanceshop-fronte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Фронтенд (репо)</a:t>
            </a:r>
            <a:endParaRPr lang="en-US" sz="2400" dirty="0"/>
          </a:p>
          <a:p>
            <a:pPr indent="0" marL="0"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8" invalidUrl="" action="" tgtFrame="" tooltip="https://github.com/vicitmceo/newbalanceshop-fronte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github.com/vicitmceo/newbalanceshop-frontend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Сайт: newbalance.cc.cd  ·  API: newbalanceshop-api.onrender.com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01-why-project/pers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Каталог і картка товару на живому сайт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Кошик, оформлення і обран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Вхід і реєстр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Адмін-панель модерато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аші питання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597396"/>
            <a:ext cx="12191695" cy="260604"/>
          </a:xfrm>
          <a:prstGeom prst="rect">
            <a:avLst/>
          </a:prstGeom>
          <a:solidFill>
            <a:srgbClr val="F4F4F4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6597396"/>
            <a:ext cx="11277295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Посилання: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newbalance.cc.c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Сайт</a:t>
            </a:r>
            <a:pPr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buNone/>
            </a:pPr>
            <a:r>
              <a:rPr lang="en-US" sz="11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github.com/vicitmceo/NewBalanceSho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Репозиторій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2026-10-21T14:40:31Z</dcterms:created>
  <dcterms:modified xsi:type="dcterms:W3CDTF">2026-10-21T14:40:31Z</dcterms:modified>
</cp:coreProperties>
</file>