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Доповідь" id="{9066d5ff-0b6a-3889-d206-4420d3e6d17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Додатки (запасні слайди)" id="{3f46e6d7-2ddb-e2e2-1aaa-54f24c9fa02f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 Team 1, проєкт New Balance Shop: інтернет-магазин спортивного одягу та взуття. Склад команди та ролі. QR-коди ведуть на репозиторій і живий сайт.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складно швидко знайти й купити потрібну пару, часто змушують реєструватися, кошик зникає. Рішення: каталог, кошик у сесії, замовлення без акаунта, кабінет покупця, адмін-функції, три мови. ЦА: покупці 16–40 років, любителі бігу, адміністратор магазину.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SRS 13 функціональних вимог: 12 реалізовано повністю, FR-03 (фільтр за брендом і ціною) частково. Нефункціональні вимоги: продуктивність, масштабованість, безпека, надійність, зручність. План по спринтах є у файлі SRS і в додатку.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Kit: червоно-чорна палітра, один шрифт. Орієнтир інтерфейсу: newbalance.com. Офіційні фото бренду не використовуємо, замість них типографські плитки. Персони, Empathy Map і CJM складено командою на основі сценарію використання, без опитування реальних користувачів.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 на Vercel, API на ASP.NET Core 9 у Docker на Render, база PostgreSQL на Render. Вхід через Google (Firebase) і GitHub OAuth. Фронтенд з бекендом спілкується по HTTPS із cookie.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проєкти: Domain без залежностей, Application залежить від Domain, Infrastructure реалізує репозиторії, Web API збирає все через DI. Відоме відхилення: Firebase SDK лежить в Application, план винести за інтерфейс.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Repository, Dependency Injection, Service Layer, DTO з мапером, Middleware Pipeline, Session State. До кожного патерна одне речення: навіщо він у нашому проєкті.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PostgreSQL: реляційні зв'язки замовлення, позиції, товар, потрібна транзакційність, безкоштовно на Render. П'ять таблиць, індекси на зовнішніх ключах, ціна позиції фіксується на момент замовлення. Що покращити: унікальний Email, м'яке видалення.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способи входу: пароль, Google, GitHub. Паролі зберігаються як PBKDF2 із сіллю, 100 000 ітерацій. Адмін-ендпоінти повертають 401 або 403. Чесно про ризики: ID покупця в замовленнях береться з параметра, CRUD товарів без перевірки ролі, широкий CORS. Є план закриття.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145 тестів: 102 unit і 43 integration, усі проходять. Тести знайшли три реальні баги: Forbid давав 500, Secure-cookie ламала сесію, конфлікт двох провайдерів БД. Логування: вбудований ILogger.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Покриття коду 86,7%. 12 із 13 вимог SRS, 29 ендпоінтів, 30 комітів, три тижні активної розробки. Усі цифри виміряні з репозиторіїв і прогону тестів.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Шість спринтів за графіком курсу, беклог і канбан-стан на дату захисту. Jira-дошка команди: SCRUM board. Внесок учасників і гілки показані в додатку.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Інструменти: .NET, PostgreSQL, EF Core, React, Vite, xUnit, Docker, GitHub, Jira. Шлях коду: git push, Render збирає Docker, Vercel збирає React, і сайт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розробників: повний цикл від вимог до деплою. Для цільової аудиторії: швидка покупка, кабінет, три мови. Монетизація: комісія, доставка, оплата, реклама.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думка: від каталогу до замовлення за кілька кліків, без зайвої реєстрації. Дякуємо за увагу, готові до запитань. QR-коди ведуть на живий сайт, код і документацію.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Ключові класи за шарами: контролери, сервіси, сутності Domain, репозиторії та DbContext.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Коміти за днями, гілки, внесок учасників. Внесок Team Lead у планування й Jira у Git не видно.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README, SRS, архітектура, Scalar-документація API, Swagger. DocFX у плані.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итульний слайд: Team 1, New Balance Shop, учасники, QR-код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Навіщо проєкт: проблема, рішення, цільова аудитор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RS: 13 функціональних вимог і нефункціональн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I Kit: кольори, типографіка, кнопки, картка товар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рхітектура системи і розміще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Чиста архітектура: проєкти та зв'яз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икористані патерни проєкт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R-діаграма бази даних PostgreSQ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втентифікація, авторизація та безпе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естування та лог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і метрики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crum: спринти, беклог, канба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Інструменти та робочий проце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Портфоліо-цінність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а думка проєкту і запит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іаграма класі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Git, гілки і внесо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кумент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Balance Shop: захист курсового проєкту</dc:title>
  <dc:subject>Курсовий проєкт ASP.NET Core</dc:subject>
  <dc:creator>Team 1</dc:creator>
  <cp:lastModifiedBy>Team 1</cp:lastModifiedBy>
  <cp:revision>1</cp:revision>
  <dcterms:created xsi:type="dcterms:W3CDTF">2026-10-11T15:24:24Z</dcterms:created>
  <dcterms:modified xsi:type="dcterms:W3CDTF">2026-10-11T15:24:24Z</dcterms:modified>
</cp:coreProperties>
</file>