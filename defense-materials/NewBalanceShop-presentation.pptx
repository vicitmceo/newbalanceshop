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3ee61ac1-abed-07f5-db7d-f421f717f36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Додатки (запасні слайди)" id="{437af76a-2b4b-cbfa-be22-d607c48dc3f8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 і нефункціональні вимоги. Усі 13 реалізовано, зокрема FR-03: фільтри за категорією, брендом, розміром, ціною, пошук і сортування. Нефункціональні: продуктивність, масштабованість, безпека, надійність, зручність (UA/EN/FR, адаптивна верстка).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червоно-чорна палітра, один шрифт. Орієнтир інтерфейсу: newbalance.com. Офіційні фото бренду не використовуємо, замість них типографські плитки. Персони, Empathy Map і CJM складено командою на основі сценарію використання, без опитування реальних користувачів.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PostgreSQL на Render. Запити /api йдуть на той самий домен сайту, а Vercel проксує їх на сервер: так сесійна кука належить сайту й браузер її не блокує. Вхід через Google (Firebase) і GitHub OAuth.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способи входу: пароль, Google, GitHub.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Ще в плані: сесії в Redis або БД і звіт ZAP.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219 тестів: 141 unit і 78 integration, усі проходять. Тести знайшли реальні баги: Forbid давав 500, Secure-cookie ламала сесію, конфлікт двох провайдерів БД. Логування: ILogger і глобальний ExceptionHandlingMiddleware. У плані: CI в GitHub Actions і звіт ZAP.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Покриття коду 91,1%. 13 із 13 вимог SRS, 33 ендпоінти, 78 комітів (бекенд 56 і фронтенд 22), 18 merge-комітів, чотири тижні розробки. Усі цифри виміряні з репозиторіїв і прогону тестів.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спринтів за графіком курсу, беклог і канбан-стан на 14 жовтня. Jira-дошка команди: SCRUM board. Внесок учасників і гілки показані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Живий сайт newbalance.cc.cd: 18 товарів, реальні фото з вільних ліцензій, фільтри в адресі, галерея з трьох кадрів і вибір розміру. Розмір можна обрати прямо на картці в каталозі.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перший: реєстрація і вхід нового користувача. Одна сторінка з перемикачем, email і пароль, Google, GitHub.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другий: адмін-панель. Користувачі (блокування, видалення), товари (додати, змінити, видалити з розмірами і фото), замовлення (статуси). Усе захищене ролью: 401 без входу, 403 для звичайного покупця.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адаптовано під телефон: шапка переноситься, меню прокручується, товари в дві колонки, розміри на картці, адмін-таблиці стають картками. Скріни зроблено на живому коді.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, усі реалізован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2026-10-14T16:06:01Z</dcterms:created>
  <dcterms:modified xsi:type="dcterms:W3CDTF">2026-10-14T16:06:01Z</dcterms:modified>
</cp:coreProperties>
</file>